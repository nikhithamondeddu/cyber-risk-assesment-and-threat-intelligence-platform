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aleway" pitchFamily="2" charset="0"/>
      <p:regular r:id="rId13"/>
    </p:embeddedFont>
    <p:embeddedFont>
      <p:font typeface="Raleway Light" pitchFamily="2" charset="0"/>
      <p:regular r:id="rId14"/>
    </p:embeddedFont>
    <p:embeddedFont>
      <p:font typeface="Roboto" panose="020000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259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7645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Cyber Risk Assessment &amp; Threat Intelligence Platform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3454241"/>
            <a:ext cx="7922657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Intelligent automation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793790" y="4772620"/>
            <a:ext cx="12191048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 enterprise security monitoring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793790" y="60909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67090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4487"/>
            <a:ext cx="121027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Challenge of Network Security Monitoring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168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security practices present significant operational challenges that hinder effective threat detection and response.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34947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63310" y="2434947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42524" y="2692241"/>
            <a:ext cx="4716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Time-Consuming Manual Processes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182660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network analysis relies on manual tools and command-line interfaces, requiring significant time investment and technical expertise for each scan and assessment.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434947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98067" y="2434947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7282" y="2692241"/>
            <a:ext cx="36733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Undetected Threats Lurking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3182660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continuous threat intelligence integration, vulnerabilities and malicious IP addresses may remain undetected, exposing networks to exploitation and data breaches.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18378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63310" y="5118378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42524" y="5375672"/>
            <a:ext cx="34200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Fragmented Data Sources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2524" y="5866090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Scan results scattered across multiple tools lack centralized visualization, making it difficult to interpret security posture and identify critical issues quickly.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18378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398067" y="5118378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7282" y="5375672"/>
            <a:ext cx="37533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Delayed Critical Notifications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7282" y="5866090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Absence of real-time alerting mechanisms means security teams miss immediate notification for critical vulnerabilities, delaying incident response and remediation.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1010722"/>
            <a:ext cx="4899422" cy="612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5919" y="1961674"/>
            <a:ext cx="13258562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goal is to develop an intelligent system that transforms cybersecurity monitoring from reactive to proactive through automation and threat intelligence integration.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919" y="2736413"/>
            <a:ext cx="6544628" cy="2156579"/>
          </a:xfrm>
          <a:prstGeom prst="roundRect">
            <a:avLst>
              <a:gd name="adj" fmla="val 38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89516" y="2940010"/>
            <a:ext cx="587931" cy="587931"/>
          </a:xfrm>
          <a:prstGeom prst="roundRect">
            <a:avLst>
              <a:gd name="adj" fmla="val 1555129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203" y="3101578"/>
            <a:ext cx="264557" cy="2645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9516" y="3697248"/>
            <a:ext cx="3256002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 Network Scanning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89516" y="4105037"/>
            <a:ext cx="6137434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Nmap to systematically detect open ports, running services, and network topology across target systems.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99853" y="2736413"/>
            <a:ext cx="6544628" cy="2156579"/>
          </a:xfrm>
          <a:prstGeom prst="roundRect">
            <a:avLst>
              <a:gd name="adj" fmla="val 38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603450" y="2940010"/>
            <a:ext cx="587931" cy="587931"/>
          </a:xfrm>
          <a:prstGeom prst="roundRect">
            <a:avLst>
              <a:gd name="adj" fmla="val 1555129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65137" y="3101578"/>
            <a:ext cx="264557" cy="2645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03450" y="3697248"/>
            <a:ext cx="3195042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Integrate Threat Intelligence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603450" y="4105037"/>
            <a:ext cx="6137434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to VirusTotal API for comprehensive analysis of IP addresses, domains, and files against global threat databases.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919" y="5062299"/>
            <a:ext cx="6544628" cy="2156579"/>
          </a:xfrm>
          <a:prstGeom prst="roundRect">
            <a:avLst>
              <a:gd name="adj" fmla="val 38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89516" y="5265896"/>
            <a:ext cx="587931" cy="587931"/>
          </a:xfrm>
          <a:prstGeom prst="roundRect">
            <a:avLst>
              <a:gd name="adj" fmla="val 1555129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203" y="5427464"/>
            <a:ext cx="264557" cy="26455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9516" y="6023134"/>
            <a:ext cx="311110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Provide Risk-Based Insights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89516" y="6430923"/>
            <a:ext cx="6137434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 dynamic risk scores and assign severity levels based on service exposure and threat intelligence findings.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399853" y="5062299"/>
            <a:ext cx="6544628" cy="2156579"/>
          </a:xfrm>
          <a:prstGeom prst="roundRect">
            <a:avLst>
              <a:gd name="adj" fmla="val 38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603450" y="5265896"/>
            <a:ext cx="587931" cy="587931"/>
          </a:xfrm>
          <a:prstGeom prst="roundRect">
            <a:avLst>
              <a:gd name="adj" fmla="val 1555129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5137" y="5427464"/>
            <a:ext cx="264557" cy="26455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03450" y="6023134"/>
            <a:ext cx="349686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Enable Interactive Visualisation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603450" y="6430923"/>
            <a:ext cx="6137434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 security data through intuitive charts, KPIs, heatmaps, and colour-coded dashboards for rapid decision-making.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53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38338"/>
            <a:ext cx="110032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platform combining automated scanning, threat intelligence, and real-time visualisation to empower security teams with actionable insights.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2358092" y="2119789"/>
            <a:ext cx="14860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233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478411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93790" y="3652718"/>
            <a:ext cx="39453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Network Scanning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4143137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Systematically identifies open ports, services, and network configurations across target systems.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216962" y="31233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478411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216962" y="3652718"/>
            <a:ext cx="39385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Threat Intelligence Integration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6962" y="4143137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Detects malicious IP behaviour, malware signatures, and threat actor patterns using external APIs.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640133" y="31233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3478411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640133" y="3652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Risk Scoring System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40133" y="4143137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Calculates composite risk scores based on service criticality, exposure level, and threat indicators.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562868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3790" y="5983724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93790" y="6158032"/>
            <a:ext cx="28705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93790" y="664845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Displays security insights through dynamic charts, KPIs, heatmaps, and colour-coded severity indicators.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428548" y="562868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428548" y="5983724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428548" y="6158032"/>
            <a:ext cx="35209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Alerts &amp; Reports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28548" y="664845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Sends email notifications for critical findings and generates comprehensive PDF reports for audit and compliance.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4733" y="1157883"/>
            <a:ext cx="5176957" cy="64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4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33" y="2088475"/>
            <a:ext cx="1035368" cy="14845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49053" y="2295525"/>
            <a:ext cx="2588419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Layer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949053" y="2732365"/>
            <a:ext cx="6470213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systems specified by IP address or domain name for security assessment.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33" y="3573066"/>
            <a:ext cx="1035368" cy="14845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49053" y="3780115"/>
            <a:ext cx="2588419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Processing Layer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1949053" y="4216956"/>
            <a:ext cx="6470213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Nmap scanner identifies network services. VirusTotal API provides threat intelligence. Risk Analysis Engine computes security scores.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733" y="5057656"/>
            <a:ext cx="1035368" cy="148459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949053" y="5264706"/>
            <a:ext cx="2588419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 Layer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1949053" y="5701546"/>
            <a:ext cx="6470213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 dashboard displays insights. Email system sends alerts. PDF generator creates reports. Database stores historical data.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24733" y="6754892"/>
            <a:ext cx="769453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follows a streamlined workflow: </a:t>
            </a: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Scan → Analyse → Visualise → Alert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646986"/>
            <a:ext cx="60888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Implementation Details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80190" y="1695926"/>
            <a:ext cx="7556421" cy="5886688"/>
          </a:xfrm>
          <a:prstGeom prst="roundRect">
            <a:avLst>
              <a:gd name="adj" fmla="val 161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287810" y="1703546"/>
            <a:ext cx="3770590" cy="3838694"/>
          </a:xfrm>
          <a:prstGeom prst="roundRect">
            <a:avLst>
              <a:gd name="adj" fmla="val 2527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514624" y="1930360"/>
            <a:ext cx="331696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Scanning &amp; Analysis Module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14624" y="2775109"/>
            <a:ext cx="331696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Nmap scans, extracts IP addresses, open ports, and running services. Fetches threat intelligence data via VirusTotal API and computes comprehensive risk scores based on multiple factors.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058400" y="1703546"/>
            <a:ext cx="3770590" cy="3838694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058400" y="1703546"/>
            <a:ext cx="30480" cy="3838694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285214" y="19303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Module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5214" y="2420779"/>
            <a:ext cx="331696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Renders interactive KPIs showing security metrics. Generates dynamic charts including pie charts for threat distribution, bar charts for service exposure, and heatmaps for risk visualization using Plotly.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7810" y="5542240"/>
            <a:ext cx="7541181" cy="2032754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287810" y="5542240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514624" y="5769054"/>
            <a:ext cx="33248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&amp; Reporting Module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14624" y="6259473"/>
            <a:ext cx="70875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Sends email notifications with critical vulnerability details. Generates downloadable PDF reports containing scan results, risk analysis, and remediation recommendations for compliance and audit purposes.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2120"/>
            <a:ext cx="61987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Challenges &amp; Learnings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97875"/>
            <a:ext cx="388667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Challenges Encountered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649980"/>
            <a:ext cx="62447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integration complexities with VirusTotal rate limits and authentication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Debugging inconsistent scanning results across different network configurations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configuration errors requiring SMTP troubleshooting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data processing latency issues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99787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Learnings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3649980"/>
            <a:ext cx="6244709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Mastered API integration techniques for third-party security services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expertise in cybersecurity risk analysis methodologies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proficiency in data visualization using Plotly libraries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modular system design principles for maintainability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447" y="1033462"/>
            <a:ext cx="5146477" cy="64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Scope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447" y="2050375"/>
            <a:ext cx="13189506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Next-generation enhancements that will expand the platform's capabilities and enterprise integration potential.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447" y="2574608"/>
            <a:ext cx="514588" cy="514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0447" y="3322677"/>
            <a:ext cx="3561993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Geo-Location Threat Mapping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20447" y="3756303"/>
            <a:ext cx="4240768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Visualise threat origins on interactive maps, identifying geographic patterns in attack sources and malicious infrastructure.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97" y="2574608"/>
            <a:ext cx="514588" cy="514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94697" y="3322677"/>
            <a:ext cx="3421975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AI-Based Anomaly Detection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194697" y="3756303"/>
            <a:ext cx="4240887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machine learning models to identify unusual network behaviour, zero-day exploits, and sophisticated persistent threats.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69066" y="2574608"/>
            <a:ext cx="514588" cy="514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69066" y="3322677"/>
            <a:ext cx="2693194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Monitoring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9669066" y="3756303"/>
            <a:ext cx="4240887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24/7 surveillance with automated recurring scans and real-time threat intelligence updates for proactive defence.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447" y="5072182"/>
            <a:ext cx="514588" cy="514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0447" y="5820251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Integration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20447" y="6253877"/>
            <a:ext cx="4240768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with SIEM systems, SOAR platforms, and enterprise security infrastructure for unified incident response workflows.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94697" y="5072182"/>
            <a:ext cx="514588" cy="514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94697" y="5820251"/>
            <a:ext cx="3699986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Analytics Dashboard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5194697" y="6253877"/>
            <a:ext cx="4240887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predictive analytics, trend analysis, and compliance reporting features for executive security reporting.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47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13692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8224" y="2148126"/>
            <a:ext cx="37227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Threat Detection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2638544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Transforms manual scanning into automated, continuous security monitoring with comprehensive network analysis.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1913692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62982" y="2148126"/>
            <a:ext cx="30143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Actionable Intelligence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2638544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real-time visualisations, risk scores, and threat intelligence insights that drive informed security decisions.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3825597"/>
            <a:ext cx="6407944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8224" y="40600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Enhanced Response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4550450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rapid incident response through immediate email alerts and comprehensive reporting for audit compliance.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3825597"/>
            <a:ext cx="6408063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662982" y="4060031"/>
            <a:ext cx="28648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Operational Efficiency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4550450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manual effort, accelerates vulnerability assessment, and improves security team productivity significantly.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133951" y="6383893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Cyber Risk Assessment Platform transforms traditional security analysis into a </a:t>
            </a:r>
            <a:r>
              <a:rPr lang="en-US" sz="1750" b="1" dirty="0">
                <a:solidFill>
                  <a:srgbClr val="325F7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smart, automated system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empowers security teams to stay ahead of emerging threats.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6128742"/>
            <a:ext cx="30480" cy="1236107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52393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471023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Questions?</a:t>
            </a:r>
            <a:endParaRPr lang="en-US" sz="3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835</Words>
  <Application>Microsoft Office PowerPoint</Application>
  <PresentationFormat>Custom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Raleway Light</vt:lpstr>
      <vt:lpstr>Arial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Nikhitha Mondeddu</cp:lastModifiedBy>
  <cp:revision>2</cp:revision>
  <dcterms:created xsi:type="dcterms:W3CDTF">2026-03-28T01:08:26Z</dcterms:created>
  <dcterms:modified xsi:type="dcterms:W3CDTF">2026-03-28T03:58:31Z</dcterms:modified>
</cp:coreProperties>
</file>